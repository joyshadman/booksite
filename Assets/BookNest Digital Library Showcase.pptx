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Plus Jakarta Sans ExtraBold"/>
      <p:bold r:id="rId12"/>
      <p:boldItalic r:id="rId13"/>
    </p:embeddedFont>
    <p:embeddedFont>
      <p:font typeface="Inter"/>
      <p:regular r:id="rId14"/>
      <p:bold r:id="rId15"/>
      <p:italic r:id="rId16"/>
      <p:boldItalic r:id="rId17"/>
    </p:embeddedFont>
    <p:embeddedFont>
      <p:font typeface="Plus Jakarta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PlusJakartaSans-boldItalic.fntdata"/><Relationship Id="rId13" Type="http://schemas.openxmlformats.org/officeDocument/2006/relationships/font" Target="fonts/PlusJakartaSansExtraBold-boldItalic.fntdata"/><Relationship Id="rId12" Type="http://schemas.openxmlformats.org/officeDocument/2006/relationships/font" Target="fonts/PlusJakartaSansExtra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.fntdata"/><Relationship Id="rId14" Type="http://schemas.openxmlformats.org/officeDocument/2006/relationships/font" Target="fonts/Inter-regular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lusJakartaSans-bold.fntdata"/><Relationship Id="rId6" Type="http://schemas.openxmlformats.org/officeDocument/2006/relationships/slide" Target="slides/slide1.xml"/><Relationship Id="rId18" Type="http://schemas.openxmlformats.org/officeDocument/2006/relationships/font" Target="fonts/PlusJakarta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230766" y="2381250"/>
            <a:ext cx="3730466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BookNest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533775"/>
            <a:ext cx="76200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secure, real-time digital librar</a:t>
            </a:r>
            <a:r>
              <a:rPr b="0" i="0" lang="en-US" sz="2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y</a:t>
            </a:r>
            <a:r>
              <a:rPr b="0" i="0" lang="en-US" sz="2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connecting readers to a world of infinite stories.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14537"/>
            <a:ext cx="3486150" cy="3762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014537"/>
            <a:ext cx="3486150" cy="3762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4825" y="2014537"/>
            <a:ext cx="3486150" cy="37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03922" y="3214687"/>
            <a:ext cx="284035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Secure Authentication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71550" y="3986212"/>
            <a:ext cx="27051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Firebase-powered user accounts with encrypted session persistence and restricted access.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4675822" y="3214687"/>
            <a:ext cx="284035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Intelligent Search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743450" y="3671887"/>
            <a:ext cx="27051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Direct integration with Open Library API providing instant access to millions of book titles.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447722" y="3214687"/>
            <a:ext cx="284035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Real-time Syncing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515350" y="3671887"/>
            <a:ext cx="27051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Firestore-driven favorites list that updates instantly across all connected user devices.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85975" y="244316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57875" y="244316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9775" y="244316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819150" y="581025"/>
            <a:ext cx="11331416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Project Features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81025" y="581025"/>
            <a:ext cx="57150" cy="504825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81025" y="2738437"/>
            <a:ext cx="52292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Universal Access: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Read classic literature anytime, anywhere, on any mobile or desktop device.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81025" y="3509962"/>
            <a:ext cx="52292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Perfect Organization: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Save your favorites with one click and never lose track of your reading progress.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81025" y="4281487"/>
            <a:ext cx="52293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Modern Design: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 high-performance UI built with Tailwind CSS for ultimate readability.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19150" y="581025"/>
            <a:ext cx="11331416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Platform Benefits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81025" y="581025"/>
            <a:ext cx="57150" cy="504825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27425" y="945575"/>
            <a:ext cx="4097699" cy="5173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81025" y="2005012"/>
            <a:ext cx="519064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Real-Time Assistance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81025" y="2700337"/>
            <a:ext cx="49434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BookNest eliminates wait times. Search results are fetched and rendered in milliseconds, allowing for seamless discovery.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81025" y="3786187"/>
            <a:ext cx="49434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Through Cloud Firestore snapshots, your library is a living document. Add a book on your phone, and it appears on your tablet instantly.</a:t>
            </a:r>
            <a:endParaRPr/>
          </a:p>
        </p:txBody>
      </p:sp>
      <p:pic>
        <p:nvPicPr>
          <p:cNvPr id="125" name="Google Shape;12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8300" y="426025"/>
            <a:ext cx="5569925" cy="596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228975"/>
            <a:ext cx="1102995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517605" y="2466975"/>
            <a:ext cx="2663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B5C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Architecture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581025" y="3324225"/>
            <a:ext cx="2536800" cy="13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Designing Firestore schemas and </a:t>
            </a:r>
            <a:r>
              <a:rPr lang="en-US" sz="16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auth with Firebase's built-in Authentication system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3348614" y="2466975"/>
            <a:ext cx="266361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B5C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UI Design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3412033" y="3324225"/>
            <a:ext cx="2536775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Developing a custom Tailwind CSS theme with mesh gradients and mobile-first responsiveness.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179622" y="2466975"/>
            <a:ext cx="266361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B5C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Integration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6243042" y="3324225"/>
            <a:ext cx="2536775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Connecting Gutendex and Open Library APIs using asynchronous ES modules and logic.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9010631" y="2466975"/>
            <a:ext cx="266361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B5C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Deployment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9074050" y="3324225"/>
            <a:ext cx="25368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Optimizing build assets and launching on </a:t>
            </a:r>
            <a:r>
              <a:rPr lang="en-US" sz="16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Vercel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819150" y="581025"/>
            <a:ext cx="11331416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Creation Journey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81025" y="581025"/>
            <a:ext cx="57150" cy="504825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3360658" y="2290762"/>
            <a:ext cx="5470683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3490912" y="3681412"/>
            <a:ext cx="52101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BookNest: Infinite stories, one seamless nest.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3490912" y="4376737"/>
            <a:ext cx="521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